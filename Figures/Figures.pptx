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60" r:id="rId4"/>
    <p:sldId id="258" r:id="rId5"/>
  </p:sldIdLst>
  <p:sldSz cx="12192000" cy="6858000"/>
  <p:notesSz cx="6985000" cy="92837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BDDBE4-A2E0-1439-3218-3190AD618E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CF4C80-CDA8-2931-A1D2-904B01E472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57CF38-46EA-CE47-91CC-A68609AD1F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96CD4B-6540-A986-1FB1-3270953983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AB550F-D738-FE4C-134D-495137DD7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61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EA65-6B4E-8868-AF8C-ED3D21B1A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E88BE2-F6B5-F6F0-47B3-CED6D30684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4F4B0-DF17-7745-E633-8D5081F971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5A992-52D1-E90A-6023-57A9C18AB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788764-19FD-B0BC-C0AB-67F455A43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8333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6A82B-90D3-D765-435C-1A285FA971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44D878-2ADB-319D-AEF9-4A16C4DFD8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554A6E-2712-1606-4AAA-2F07DB45D2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14FA0B-6820-49FE-B5ED-3E169521F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631125-45A2-1E29-A289-628F297FE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174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1363D-F4B7-A2EB-4031-EBABFDA07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211126-A69C-DE2D-3260-48CF4312FA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0DA8A7-B2E9-8EF1-38A3-EB9F8E692C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D76A819-6266-0346-E107-3E7318AA6F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F19E7E-E2AD-72D9-EC57-36BF715780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B8520C-9B68-9AD1-2EDD-39340BB47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520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F7ED6-2413-5A34-2EA8-E57769844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A5052F-50E4-9368-F4BF-3F0036F573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1F2753-2ACF-5CBF-54A2-C0DA96F09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15A5CFD-7041-5153-A605-DD88F33422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52A7DC-4832-712A-26B5-7E293907FC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7F0D0B4-5F71-929F-34B8-2801FED48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00627F-925A-45E1-6779-CD06CC32D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D42237-80C4-0A47-6F4A-FB27D9685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9273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86B23-49F5-CACC-D966-52CE38D8E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1617A0-EB5B-5D7D-D446-8808E0940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1FD619-BBA2-C3E1-DB6D-E299F7D49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193E3D-2DCF-9E5A-F287-10B3AF7B3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0490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7DB720-B2D0-75CC-F0A9-2BA13C1B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0E4C10-C2BB-BAB3-0848-D5AF064E6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5EFC75-7C8A-55BC-9B6D-BAE75BE1D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5006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DB79-1BCB-A505-5A57-3609223CB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272D3-6E12-899A-AE9E-43FC44E9FE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211C8C6-6181-7F3C-D19E-7FE8FC0D3F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C39036-B756-D3F3-5C4F-71376C0B8D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ADE00C-FE27-31BA-2A76-C153A92C33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512D9C-123C-D14F-40C1-30BC6C036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4193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9D5EA-73C8-B105-8F58-DB7EDE8A4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52FF57-1A97-97A0-B327-E78438D8ADA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31DFC6-5D56-4308-691A-9A860A4BE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36DD20-B052-F1D0-D676-76085BD91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DAFF23-EB40-BE8E-0A2D-BFA78BDB6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B4369F-43CC-2AF5-A4BA-D5827B3F9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4670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79549-D00F-AA8E-7AC4-8F3CF8E93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D9DAB1-7FDF-F454-803D-B977720BCD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99A65F-C3D0-D7A2-3825-8303F29DD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5B5BA7-04DF-2984-BF0D-C3E33EF372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4B48F-14A3-15A5-3D4B-6199628AC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656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98495D-2B4C-C007-A02A-B063C42DC2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A618C43-40D1-7DC4-2516-6C7D8FE7E6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AA448-83F6-671C-BB63-CD556FB90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A0D1BD-D95C-FCA7-10C8-50FE69645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C41D3A-1A30-E6B7-8DC9-B7600EB5E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8834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B29BD36-F8EB-4BB2-9C05-7084F73276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E9934F-B510-8CE4-B1B9-413A0B7D37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14230C-E13C-BAF7-E0BB-72F4B02D35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16AD4E-D705-4E51-A6A9-FF8F3CC44B07}" type="datetimeFigureOut">
              <a:rPr lang="en-US" smtClean="0"/>
              <a:t>1/14/2026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9C4F9D-E11D-AC82-0C75-B5502A686F6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AA8B8F-5CF6-8B04-6E29-67F82CF9D71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EA76E4-518F-4675-A40C-DCD6E47599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4976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F8CC6D-9D64-6A04-B0C8-0D4455964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0A4A33-590F-0812-3D36-D8FBF1D42E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D43E4CF-853C-6615-550A-5AA7C3A9DF9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"/>
            <a:ext cx="4376057" cy="31821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811272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6FA19-BF5B-E035-D5C5-26D5D8F15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close-up of a metal object&#10;&#10;AI-generated content may be incorrect.">
            <a:extLst>
              <a:ext uri="{FF2B5EF4-FFF2-40B4-BE49-F238E27FC236}">
                <a16:creationId xmlns:a16="http://schemas.microsoft.com/office/drawing/2014/main" id="{67EEC05B-DA94-D773-6376-1C596C3BD5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840" t="32796" r="29905" b="28411"/>
          <a:stretch>
            <a:fillRect/>
          </a:stretch>
        </p:blipFill>
        <p:spPr>
          <a:xfrm rot="5400000">
            <a:off x="686028" y="-686028"/>
            <a:ext cx="1763033" cy="3135089"/>
          </a:xfrm>
        </p:spPr>
      </p:pic>
    </p:spTree>
    <p:extLst>
      <p:ext uri="{BB962C8B-B14F-4D97-AF65-F5344CB8AC3E}">
        <p14:creationId xmlns:p14="http://schemas.microsoft.com/office/powerpoint/2010/main" val="3661855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32F34-BD50-6282-209D-B6484880D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8D2CE-74F6-1B13-A032-0957B9829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BDA1BB8-EB1D-B938-6CA0-CA7BD0ADEC6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3040380" cy="23406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0918682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D91696-8B45-2D87-0500-56977B78E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786D15-F411-26A6-54E1-D0A3D4DDE9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F48F5E-9CA4-F226-BA80-6D43DEB4AD7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 rot="16200000">
            <a:off x="333384" y="-333384"/>
            <a:ext cx="3516086" cy="4182853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398039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911</TotalTime>
  <Words>0</Words>
  <Application>Microsoft Office PowerPoint</Application>
  <PresentationFormat>Widescreen</PresentationFormat>
  <Paragraphs>0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Vidhi Rasik Solanki</dc:creator>
  <cp:lastModifiedBy>Vidhi Rasik Solanki</cp:lastModifiedBy>
  <cp:revision>7</cp:revision>
  <cp:lastPrinted>2026-01-14T20:53:45Z</cp:lastPrinted>
  <dcterms:created xsi:type="dcterms:W3CDTF">2026-01-14T05:28:02Z</dcterms:created>
  <dcterms:modified xsi:type="dcterms:W3CDTF">2026-01-14T20:53:48Z</dcterms:modified>
</cp:coreProperties>
</file>