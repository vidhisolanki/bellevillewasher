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8" r:id="rId6"/>
    <p:sldId id="269" r:id="rId7"/>
    <p:sldId id="270" r:id="rId8"/>
    <p:sldId id="271" r:id="rId9"/>
    <p:sldId id="272" r:id="rId10"/>
    <p:sldId id="267" r:id="rId11"/>
    <p:sldId id="258" r:id="rId12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DBE4-A2E0-1439-3218-3190AD618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F4C80-CDA8-2931-A1D2-904B01E47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7CF38-46EA-CE47-91CC-A68609AD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6CD4B-6540-A986-1FB1-32709539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B550F-D738-FE4C-134D-495137DD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1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EA65-6B4E-8868-AF8C-ED3D21B1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8BE2-F6B5-F6F0-47B3-CED6D3068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4F4B0-DF17-7745-E633-8D5081F97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5A992-52D1-E90A-6023-57A9C18A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8764-19FD-B0BC-C0AB-67F455A4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3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A82B-90D3-D765-435C-1A285FA9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4D878-2ADB-319D-AEF9-4A16C4DFD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54A6E-2712-1606-4AAA-2F07DB45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4FA0B-6820-49FE-B5ED-3E169521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31125-45A2-1E29-A289-628F297F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74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1363D-F4B7-A2EB-4031-EBABFDA0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11126-A69C-DE2D-3260-48CF4312F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DA8A7-B2E9-8EF1-38A3-EB9F8E692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6A819-6266-0346-E107-3E7318AA6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19E7E-E2AD-72D9-EC57-36BF7157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8520C-9B68-9AD1-2EDD-39340BB4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2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7ED6-2413-5A34-2EA8-E5776984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5052F-50E4-9368-F4BF-3F0036F57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F2753-2ACF-5CBF-54A2-C0DA96F09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A5CFD-7041-5153-A605-DD88F3342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2A7DC-4832-712A-26B5-7E293907F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0D0B4-5F71-929F-34B8-2801FED48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0627F-925A-45E1-6779-CD06CC32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42237-80C4-0A47-6F4A-FB27D968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2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6B23-49F5-CACC-D966-52CE38D8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617A0-EB5B-5D7D-D446-8808E094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FD619-BBA2-C3E1-DB6D-E299F7D4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93E3D-2DCF-9E5A-F287-10B3AF7B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9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DB720-B2D0-75CC-F0A9-2BA13C1B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E4C10-C2BB-BAB3-0848-D5AF064E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EFC75-7C8A-55BC-9B6D-BAE75BE1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06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DB79-1BCB-A505-5A57-3609223C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272D3-6E12-899A-AE9E-43FC44E9F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1C8C6-6181-7F3C-D19E-7FE8FC0D3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39036-B756-D3F3-5C4F-71376C0B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DE00C-FE27-31BA-2A76-C153A92C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12D9C-123C-D14F-40C1-30BC6C03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1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D5EA-73C8-B105-8F58-DB7EDE8A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52FF57-1A97-97A0-B327-E78438D8AD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1DFC6-5D56-4308-691A-9A860A4BE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6DD20-B052-F1D0-D676-76085BD9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AFF23-EB40-BE8E-0A2D-BFA78BDB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4369F-43CC-2AF5-A4BA-D5827B3F9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6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9549-D00F-AA8E-7AC4-8F3CF8E9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9DAB1-7FDF-F454-803D-B977720BC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9A65F-C3D0-D7A2-3825-8303F29D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5BA7-04DF-2984-BF0D-C3E33EF3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4B48F-14A3-15A5-3D4B-6199628A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8495D-2B4C-C007-A02A-B063C42DC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18C43-40D1-7DC4-2516-6C7D8FE7E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A448-83F6-671C-BB63-CD556FB9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0D1BD-D95C-FCA7-10C8-50FE6964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41D3A-1A30-E6B7-8DC9-B7600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3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29BD36-F8EB-4BB2-9C05-7084F732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9934F-B510-8CE4-B1B9-413A0B7D3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4230C-E13C-BAF7-E0BB-72F4B02D3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6AD4E-D705-4E51-A6A9-FF8F3CC44B07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C4F9D-E11D-AC82-0C75-B5502A686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A8B8F-5CF6-8B04-6E29-67F82CF9D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A76E4-518F-4675-A40C-DCD6E4759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7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CC6D-9D64-6A04-B0C8-0D4455964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4A33-590F-0812-3D36-D8FBF1D42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3E4CF-853C-6615-550A-5AA7C3A9DF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376057" cy="3182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12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6FA19-BF5B-E035-D5C5-26D5D8F1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metal object&#10;&#10;AI-generated content may be incorrect.">
            <a:extLst>
              <a:ext uri="{FF2B5EF4-FFF2-40B4-BE49-F238E27FC236}">
                <a16:creationId xmlns:a16="http://schemas.microsoft.com/office/drawing/2014/main" id="{67EEC05B-DA94-D773-6376-1C596C3BD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40" t="32796" r="29905" b="28411"/>
          <a:stretch>
            <a:fillRect/>
          </a:stretch>
        </p:blipFill>
        <p:spPr>
          <a:xfrm rot="5400000">
            <a:off x="686028" y="-686028"/>
            <a:ext cx="1763033" cy="3135089"/>
          </a:xfrm>
        </p:spPr>
      </p:pic>
    </p:spTree>
    <p:extLst>
      <p:ext uri="{BB962C8B-B14F-4D97-AF65-F5344CB8AC3E}">
        <p14:creationId xmlns:p14="http://schemas.microsoft.com/office/powerpoint/2010/main" val="36618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2F34-BD50-6282-209D-B6484880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8D2CE-74F6-1B13-A032-0957B9829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A1BB8-EB1D-B938-6CA0-CA7BD0ADE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40380" cy="23406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186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793C-F50D-CEFE-FB6D-48BAEBFB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9EFBF-05DF-651C-CD60-5AE93CE1A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64C427-B42F-9B1D-F385-ABD791E17A21}"/>
              </a:ext>
            </a:extLst>
          </p:cNvPr>
          <p:cNvGrpSpPr/>
          <p:nvPr/>
        </p:nvGrpSpPr>
        <p:grpSpPr>
          <a:xfrm>
            <a:off x="97974" y="142619"/>
            <a:ext cx="3119715" cy="242126"/>
            <a:chOff x="8234363" y="1048512"/>
            <a:chExt cx="3119715" cy="242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3CD5910-A7B8-5125-06BB-9DD75A063EB7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1AD845-F4C5-6FF8-634A-D3E8489DBCA4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6A449A7-6F43-56ED-7AD6-186D555F1E7E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1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6AAB-4C8A-8C07-F646-D3B4057B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84E1F-A1E2-5BAC-436B-1FB3DCE6B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CAE43B-D550-B33B-9099-0AE5FC6D7B98}"/>
              </a:ext>
            </a:extLst>
          </p:cNvPr>
          <p:cNvGrpSpPr/>
          <p:nvPr/>
        </p:nvGrpSpPr>
        <p:grpSpPr>
          <a:xfrm rot="10800000">
            <a:off x="110932" y="248389"/>
            <a:ext cx="3119715" cy="242126"/>
            <a:chOff x="8234363" y="1048512"/>
            <a:chExt cx="3119715" cy="242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F22A6A-6C2D-2D29-3003-4FD1C0C5CAEC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8FBFB8-940A-5E85-F88E-52AC633E9F81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536E73-8E8F-C99C-01B0-3BCC2BAF51FD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869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473C-9A24-0199-83DB-FCCFDAA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C0B0F-58CD-E149-7A05-6003D74CC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133878-56DF-828F-A23F-0B715C0B8CF1}"/>
              </a:ext>
            </a:extLst>
          </p:cNvPr>
          <p:cNvGrpSpPr/>
          <p:nvPr/>
        </p:nvGrpSpPr>
        <p:grpSpPr>
          <a:xfrm>
            <a:off x="115617" y="127485"/>
            <a:ext cx="3119715" cy="242126"/>
            <a:chOff x="8234363" y="1048512"/>
            <a:chExt cx="3119715" cy="242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B7085E-3E95-3632-66BE-A3066142A641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F145E2-0B06-0E88-C6E7-443B49970E77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C46E93E-09B2-0421-6AC8-96F507BD5675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D24984D-1BF9-6CB9-03A4-F2DB2F79DDF2}"/>
              </a:ext>
            </a:extLst>
          </p:cNvPr>
          <p:cNvGrpSpPr/>
          <p:nvPr/>
        </p:nvGrpSpPr>
        <p:grpSpPr>
          <a:xfrm rot="10800000">
            <a:off x="107075" y="650884"/>
            <a:ext cx="3119715" cy="242126"/>
            <a:chOff x="8234363" y="1048512"/>
            <a:chExt cx="3119715" cy="2421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815A6E-EF17-F559-D272-594C6088F507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713957-74B5-979C-7F2D-F5F945E6E3AC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D67303-815F-EAAE-1D27-0BE55594A9AC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912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3318-FBFA-49F6-CC16-E8B40148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A6E28-5059-BA72-0024-40F95FD32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F28C34-7B93-63C8-C4D8-4B413BCB4500}"/>
              </a:ext>
            </a:extLst>
          </p:cNvPr>
          <p:cNvGrpSpPr/>
          <p:nvPr/>
        </p:nvGrpSpPr>
        <p:grpSpPr>
          <a:xfrm>
            <a:off x="161507" y="252877"/>
            <a:ext cx="3119715" cy="242126"/>
            <a:chOff x="8234363" y="1048512"/>
            <a:chExt cx="3119715" cy="242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BF7F719-05E7-297B-56C6-B7D5FE4E68BE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3B34AF-231F-1BB6-167E-0F3B46B0EB23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258538-404C-921A-AB60-34A479428C09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0929A29-45CD-09C7-D46E-D9B9D116CF21}"/>
              </a:ext>
            </a:extLst>
          </p:cNvPr>
          <p:cNvGrpSpPr/>
          <p:nvPr/>
        </p:nvGrpSpPr>
        <p:grpSpPr>
          <a:xfrm rot="10800000">
            <a:off x="152965" y="776276"/>
            <a:ext cx="3119715" cy="242126"/>
            <a:chOff x="8234363" y="1048512"/>
            <a:chExt cx="3119715" cy="2421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33BA8C-B3FA-88C9-BFB0-55613D2C390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BD2CD4-13A2-1EC7-DD96-A834BD713BE4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9773BA-8A2F-7C28-194E-ED84A0ADE2DB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D81DAD-79A3-370A-4F13-02A0EE9F50E9}"/>
              </a:ext>
            </a:extLst>
          </p:cNvPr>
          <p:cNvGrpSpPr/>
          <p:nvPr/>
        </p:nvGrpSpPr>
        <p:grpSpPr>
          <a:xfrm rot="10800000">
            <a:off x="165550" y="860116"/>
            <a:ext cx="3119715" cy="242126"/>
            <a:chOff x="8234363" y="1048512"/>
            <a:chExt cx="3119715" cy="2421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C48FE6-411E-84FA-30B4-129D274B92C3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E7D887-F063-AC10-A37B-7DA86049441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0CA18FB-3443-DF8D-8147-11D70E3090C1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89AA18-87BC-B00D-D99C-0E6E8D487DA0}"/>
              </a:ext>
            </a:extLst>
          </p:cNvPr>
          <p:cNvGrpSpPr/>
          <p:nvPr/>
        </p:nvGrpSpPr>
        <p:grpSpPr>
          <a:xfrm>
            <a:off x="165550" y="157832"/>
            <a:ext cx="3119715" cy="242126"/>
            <a:chOff x="8234363" y="1048512"/>
            <a:chExt cx="3119715" cy="2421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592720-1F62-FB2E-8225-6B242474E80E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046BF7F-6942-FE91-61D8-1F9E6ADF8A2A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356040-D3F4-E915-FF3D-5EDADCF88C69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796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3BB9-E438-EA56-E8B3-0F003509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EAA9-8377-174B-AE79-5C6DA1DF1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54D266-08D1-69E1-8310-64ABEA03B30A}"/>
              </a:ext>
            </a:extLst>
          </p:cNvPr>
          <p:cNvGrpSpPr/>
          <p:nvPr/>
        </p:nvGrpSpPr>
        <p:grpSpPr>
          <a:xfrm>
            <a:off x="227799" y="347301"/>
            <a:ext cx="3119715" cy="242126"/>
            <a:chOff x="8234363" y="1048512"/>
            <a:chExt cx="3119715" cy="242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2629FD-5DE4-5FAE-D67E-2E114E9A45D8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6100BF-4D59-3E03-1408-4B0DF3D7F77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C5CD27E-EFB3-2F2F-56CC-9A6F73A0EE80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D6E0579-CC65-9421-450D-F584DA07E00D}"/>
              </a:ext>
            </a:extLst>
          </p:cNvPr>
          <p:cNvGrpSpPr/>
          <p:nvPr/>
        </p:nvGrpSpPr>
        <p:grpSpPr>
          <a:xfrm rot="10800000">
            <a:off x="219257" y="870700"/>
            <a:ext cx="3119715" cy="242126"/>
            <a:chOff x="8234363" y="1048512"/>
            <a:chExt cx="3119715" cy="2421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DB06C0-7985-A6AE-D7BE-0409E5EC2ADF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F07742-F628-5B93-24CE-07593CB523E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37139C7-AEDE-FDD3-9D6E-5BA8ABFF29A2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7810F8-19F8-F163-F461-3ECEBAB411F8}"/>
              </a:ext>
            </a:extLst>
          </p:cNvPr>
          <p:cNvGrpSpPr/>
          <p:nvPr/>
        </p:nvGrpSpPr>
        <p:grpSpPr>
          <a:xfrm rot="10800000">
            <a:off x="231842" y="954540"/>
            <a:ext cx="3119715" cy="242126"/>
            <a:chOff x="8234363" y="1048512"/>
            <a:chExt cx="3119715" cy="2421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740559-C628-5050-4993-A13CAC8A46B7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C719E9-EF02-8DC3-1B58-2A81644952C2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91B045C-F5D6-B3D5-42AB-B02856963438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B83D6B7-4B17-E531-FA80-2F87977543C9}"/>
              </a:ext>
            </a:extLst>
          </p:cNvPr>
          <p:cNvGrpSpPr/>
          <p:nvPr/>
        </p:nvGrpSpPr>
        <p:grpSpPr>
          <a:xfrm>
            <a:off x="231842" y="252256"/>
            <a:ext cx="3119715" cy="242126"/>
            <a:chOff x="8234363" y="1048512"/>
            <a:chExt cx="3119715" cy="2421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34113C-3B27-112C-4909-3AE77E2FAC8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91946F-6DE4-2509-B467-944769845C57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40CE91-2006-74D1-20C0-963D5C61D61B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1163A9-CC19-0884-E579-49756A4EC20A}"/>
              </a:ext>
            </a:extLst>
          </p:cNvPr>
          <p:cNvGrpSpPr/>
          <p:nvPr/>
        </p:nvGrpSpPr>
        <p:grpSpPr>
          <a:xfrm>
            <a:off x="210716" y="145444"/>
            <a:ext cx="3119715" cy="242126"/>
            <a:chOff x="8234363" y="1048512"/>
            <a:chExt cx="3119715" cy="24212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B742844-1E98-0837-644F-B656AA93EF59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3B758C-F9D5-BE34-7187-EC2B9172398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053CD9B-7877-C04D-1ED7-6D11F6F205A1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B004D4A-B7B6-0F6C-96E2-D05EDBC301C9}"/>
              </a:ext>
            </a:extLst>
          </p:cNvPr>
          <p:cNvGrpSpPr/>
          <p:nvPr/>
        </p:nvGrpSpPr>
        <p:grpSpPr>
          <a:xfrm rot="10800000">
            <a:off x="227799" y="1052071"/>
            <a:ext cx="3119715" cy="242126"/>
            <a:chOff x="8234363" y="1048512"/>
            <a:chExt cx="3119715" cy="24212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A0615C6-087E-67BA-84B8-580C2E826E9F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792312-9CA2-8998-83A8-29D156815D47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219E2B-B3D9-5373-61CE-3C207FC6D989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29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56D9AB-0A67-7E0B-225E-718B21F6A7FD}"/>
              </a:ext>
            </a:extLst>
          </p:cNvPr>
          <p:cNvGrpSpPr/>
          <p:nvPr/>
        </p:nvGrpSpPr>
        <p:grpSpPr>
          <a:xfrm>
            <a:off x="161507" y="252877"/>
            <a:ext cx="3119715" cy="242126"/>
            <a:chOff x="8234363" y="1048512"/>
            <a:chExt cx="3119715" cy="2421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FE22F7-92B8-7BBF-45D6-EC54172144E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039037-459B-5D64-152E-F4FC92BAB4D1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394AD7-A95D-7763-1806-C31849D19A32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5A33205-741D-938A-9FB5-FB784510E479}"/>
              </a:ext>
            </a:extLst>
          </p:cNvPr>
          <p:cNvGrpSpPr/>
          <p:nvPr/>
        </p:nvGrpSpPr>
        <p:grpSpPr>
          <a:xfrm rot="10800000">
            <a:off x="152965" y="776276"/>
            <a:ext cx="3119715" cy="242126"/>
            <a:chOff x="8234363" y="1048512"/>
            <a:chExt cx="3119715" cy="2421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25673C-3038-7F69-B7D3-D667EAC276AC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64B35A-0A5F-1B14-B771-E32707E1496E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042EA0-7588-0E59-FA09-B79162A8ED39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6885E0-9149-A5E6-6843-0AD4BEB5C533}"/>
              </a:ext>
            </a:extLst>
          </p:cNvPr>
          <p:cNvGrpSpPr/>
          <p:nvPr/>
        </p:nvGrpSpPr>
        <p:grpSpPr>
          <a:xfrm rot="10800000">
            <a:off x="165550" y="860116"/>
            <a:ext cx="3119715" cy="242126"/>
            <a:chOff x="8234363" y="1048512"/>
            <a:chExt cx="3119715" cy="2421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8FB3F0-78AF-D945-67D3-D9893990BEFE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D59950-8FC3-4FBB-5B68-716F5B323A0B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A94DD3-EE75-C2DF-C64F-2E71E4E798A9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D0574E-CAF4-D5C4-BDD4-59E8A4B296AB}"/>
              </a:ext>
            </a:extLst>
          </p:cNvPr>
          <p:cNvGrpSpPr/>
          <p:nvPr/>
        </p:nvGrpSpPr>
        <p:grpSpPr>
          <a:xfrm>
            <a:off x="165550" y="157832"/>
            <a:ext cx="3119715" cy="242126"/>
            <a:chOff x="8234363" y="1048512"/>
            <a:chExt cx="3119715" cy="24212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43A4CB-E8EE-6BBF-C20E-EE1858B0C815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353A879-651F-FBFA-E9BA-461473966180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D76D4B-985F-05E3-EE3A-2131692FC1E2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3D81B3-0C77-6C63-1108-0341C4A4F885}"/>
              </a:ext>
            </a:extLst>
          </p:cNvPr>
          <p:cNvGrpSpPr/>
          <p:nvPr/>
        </p:nvGrpSpPr>
        <p:grpSpPr>
          <a:xfrm>
            <a:off x="183277" y="1210815"/>
            <a:ext cx="3119715" cy="242126"/>
            <a:chOff x="8234363" y="1048512"/>
            <a:chExt cx="3119715" cy="24212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A80073-97A8-A2C4-5F43-B4E7F002BDA2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D19BFDE-5D09-CCEE-DDEE-4CBE3E7FDEB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526C5C0-E074-AA4F-6F03-F4E792F23B26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3821BE-ECC6-98F1-CEF9-A103E829715B}"/>
              </a:ext>
            </a:extLst>
          </p:cNvPr>
          <p:cNvGrpSpPr/>
          <p:nvPr/>
        </p:nvGrpSpPr>
        <p:grpSpPr>
          <a:xfrm rot="10800000">
            <a:off x="174735" y="1734214"/>
            <a:ext cx="3119715" cy="242126"/>
            <a:chOff x="8234363" y="1048512"/>
            <a:chExt cx="3119715" cy="24212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0C9EEE-49EF-B71F-52F3-EE0ABD9E2BDC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F321C5-2612-DBDC-27C8-B26E71A12663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7F6488-C2D9-8E68-DA63-F44AD140DAE4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56BC3B1-0C6D-9677-6099-6F2D3D5053CF}"/>
              </a:ext>
            </a:extLst>
          </p:cNvPr>
          <p:cNvGrpSpPr/>
          <p:nvPr/>
        </p:nvGrpSpPr>
        <p:grpSpPr>
          <a:xfrm rot="10800000">
            <a:off x="187320" y="1818054"/>
            <a:ext cx="3119715" cy="242126"/>
            <a:chOff x="8234363" y="1048512"/>
            <a:chExt cx="3119715" cy="2421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3976779-5F23-B7B2-78C1-BAF37276A98C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A05C58C-0E81-ACC0-AF9A-2458874ED5D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E9F7662-90BF-E003-D03E-915F03E28DB6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1335E1-2C92-9079-9898-CF3947B9ACD1}"/>
              </a:ext>
            </a:extLst>
          </p:cNvPr>
          <p:cNvGrpSpPr/>
          <p:nvPr/>
        </p:nvGrpSpPr>
        <p:grpSpPr>
          <a:xfrm>
            <a:off x="187320" y="1115770"/>
            <a:ext cx="3119715" cy="242126"/>
            <a:chOff x="8234363" y="1048512"/>
            <a:chExt cx="3119715" cy="24212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E1C06B8-088C-3311-36AF-46EC1990B8CD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21B8C9E-98A8-7F82-0024-DFEA51AE5A50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09124FE-68A5-3AFE-304D-86E32446B66A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249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0CBE-B0EA-E96F-F803-CA462A42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30113-D701-4764-922C-6BFAC85290FE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95E01-AA4A-BFD9-B762-43749D5C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16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Belleville Washer - Nomenclature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58F6303-C5D3-0A4F-5EE2-54008503BA9B}"/>
              </a:ext>
            </a:extLst>
          </p:cNvPr>
          <p:cNvGraphicFramePr>
            <a:graphicFrameLocks noGrp="1"/>
          </p:cNvGraphicFramePr>
          <p:nvPr/>
        </p:nvGraphicFramePr>
        <p:xfrm>
          <a:off x="1597632" y="1339467"/>
          <a:ext cx="8844909" cy="52770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1181">
                  <a:extLst>
                    <a:ext uri="{9D8B030D-6E8A-4147-A177-3AD203B41FA5}">
                      <a16:colId xmlns:a16="http://schemas.microsoft.com/office/drawing/2014/main" val="3757382867"/>
                    </a:ext>
                  </a:extLst>
                </a:gridCol>
                <a:gridCol w="4915425">
                  <a:extLst>
                    <a:ext uri="{9D8B030D-6E8A-4147-A177-3AD203B41FA5}">
                      <a16:colId xmlns:a16="http://schemas.microsoft.com/office/drawing/2014/main" val="3506292901"/>
                    </a:ext>
                  </a:extLst>
                </a:gridCol>
                <a:gridCol w="2948303">
                  <a:extLst>
                    <a:ext uri="{9D8B030D-6E8A-4147-A177-3AD203B41FA5}">
                      <a16:colId xmlns:a16="http://schemas.microsoft.com/office/drawing/2014/main" val="3005528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36495"/>
                  </a:ext>
                </a:extLst>
              </a:tr>
              <a:tr h="54487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295974"/>
                  </a:ext>
                </a:extLst>
              </a:tr>
              <a:tr h="5856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853714"/>
                  </a:ext>
                </a:extLst>
              </a:tr>
              <a:tr h="9246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1U1D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492563"/>
                  </a:ext>
                </a:extLst>
              </a:tr>
              <a:tr h="1381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2U2D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946807"/>
                  </a:ext>
                </a:extLst>
              </a:tr>
              <a:tr h="14692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3U3D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959292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C72BC6E9-A8E4-8A72-A239-3CD427EAFC0B}"/>
              </a:ext>
            </a:extLst>
          </p:cNvPr>
          <p:cNvGrpSpPr/>
          <p:nvPr/>
        </p:nvGrpSpPr>
        <p:grpSpPr>
          <a:xfrm>
            <a:off x="3444304" y="1767097"/>
            <a:ext cx="3119715" cy="242126"/>
            <a:chOff x="8234363" y="1048512"/>
            <a:chExt cx="3119715" cy="24212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AC0D9C7-C58C-AFD5-0A9D-6849739EBD0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6DD773-0E32-591E-35E8-04A0811E82F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E8DA48-8FFE-7207-60D0-925E928CB5D7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D24968-06B4-FA07-BED1-410448D95556}"/>
              </a:ext>
            </a:extLst>
          </p:cNvPr>
          <p:cNvGrpSpPr/>
          <p:nvPr/>
        </p:nvGrpSpPr>
        <p:grpSpPr>
          <a:xfrm rot="10800000">
            <a:off x="3452845" y="2545278"/>
            <a:ext cx="3119715" cy="242126"/>
            <a:chOff x="8234363" y="1048512"/>
            <a:chExt cx="3119715" cy="24212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8E0D04-2422-9EA7-4D5A-F835984D7EE5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B3B27A-7D78-CA1E-546E-B80CFFEFA5C0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7281C6-A18A-60C8-464D-446C84178F59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C98F68-BFC2-3541-AE9D-BEF9CE7658A4}"/>
              </a:ext>
            </a:extLst>
          </p:cNvPr>
          <p:cNvGrpSpPr/>
          <p:nvPr/>
        </p:nvGrpSpPr>
        <p:grpSpPr>
          <a:xfrm>
            <a:off x="3435762" y="2914229"/>
            <a:ext cx="3119715" cy="242126"/>
            <a:chOff x="8234363" y="1048512"/>
            <a:chExt cx="3119715" cy="2421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4FBEA8C-A518-7C15-D3D1-786B50219BF8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DE336C-58D4-D15E-B961-E501D75FDA0F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5C9E0AA-8A9C-E7D7-8962-54D11EFE5E7B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A8D430F-C664-C304-7878-C44692DADB6C}"/>
              </a:ext>
            </a:extLst>
          </p:cNvPr>
          <p:cNvGrpSpPr/>
          <p:nvPr/>
        </p:nvGrpSpPr>
        <p:grpSpPr>
          <a:xfrm rot="10800000">
            <a:off x="3427220" y="3437628"/>
            <a:ext cx="3119715" cy="242126"/>
            <a:chOff x="8234363" y="1048512"/>
            <a:chExt cx="3119715" cy="24212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26BE801-1C0B-0434-C14B-0A972708C13A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1138661-E6F9-214A-F677-24D7019BA128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78E433-98CA-9003-E43C-2D10257C52E8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5E2E44E-B769-A19E-EF9D-628F5EFB10EC}"/>
              </a:ext>
            </a:extLst>
          </p:cNvPr>
          <p:cNvGrpSpPr/>
          <p:nvPr/>
        </p:nvGrpSpPr>
        <p:grpSpPr>
          <a:xfrm>
            <a:off x="3427220" y="4062880"/>
            <a:ext cx="3119715" cy="242126"/>
            <a:chOff x="8234363" y="1048512"/>
            <a:chExt cx="3119715" cy="242126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0E32980-E6F3-65E0-E673-CD72AA429FD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F16A116-AD62-EC5E-BE12-4C282862D21E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3044C14-AF0E-381C-31D9-7CAEABAAE084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521868A-E07C-B639-E004-64E0880DE400}"/>
              </a:ext>
            </a:extLst>
          </p:cNvPr>
          <p:cNvGrpSpPr/>
          <p:nvPr/>
        </p:nvGrpSpPr>
        <p:grpSpPr>
          <a:xfrm rot="10800000">
            <a:off x="3418678" y="4586279"/>
            <a:ext cx="3119715" cy="242126"/>
            <a:chOff x="8234363" y="1048512"/>
            <a:chExt cx="3119715" cy="242126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CDBACC5-B3B0-C214-5FF5-D661E7E42E31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61FEEC8-3BE9-B325-5A67-73049F13116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B77293B-EE10-145B-9279-52A3B6A70F2E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98108C8-CDF5-DF64-B528-1A98B0EF591C}"/>
              </a:ext>
            </a:extLst>
          </p:cNvPr>
          <p:cNvGrpSpPr/>
          <p:nvPr/>
        </p:nvGrpSpPr>
        <p:grpSpPr>
          <a:xfrm rot="10800000">
            <a:off x="3431263" y="4670119"/>
            <a:ext cx="3119715" cy="242126"/>
            <a:chOff x="8234363" y="1048512"/>
            <a:chExt cx="3119715" cy="242126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5FC7D34-8E44-2DA6-9676-DB5AD6E70BD3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1036E9F-57DD-50A6-E482-DA38523B3B96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98AD8D4-3290-38C6-7B38-47CA73BDE545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1015BC1-0360-8209-6D9F-812333FB2F3E}"/>
              </a:ext>
            </a:extLst>
          </p:cNvPr>
          <p:cNvGrpSpPr/>
          <p:nvPr/>
        </p:nvGrpSpPr>
        <p:grpSpPr>
          <a:xfrm>
            <a:off x="3431263" y="3967835"/>
            <a:ext cx="3119715" cy="242126"/>
            <a:chOff x="8234363" y="1048512"/>
            <a:chExt cx="3119715" cy="242126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63A7242-8520-EE0D-0A5C-AAAED844E40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EB4C603-FEE1-EFD9-1566-2926080A525C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BBCBF5F-B09B-0B33-E297-0935E03DEBFB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8F0C641-B868-D4FE-537B-8AC6B93C6936}"/>
              </a:ext>
            </a:extLst>
          </p:cNvPr>
          <p:cNvGrpSpPr/>
          <p:nvPr/>
        </p:nvGrpSpPr>
        <p:grpSpPr>
          <a:xfrm>
            <a:off x="3471743" y="5463589"/>
            <a:ext cx="3119715" cy="242126"/>
            <a:chOff x="8234363" y="1048512"/>
            <a:chExt cx="3119715" cy="242126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9DD64E9-09B4-4EAD-D073-5E0F6E6090AC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989A869-EA34-C418-45CB-06342900CCB4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18AD53C-7E21-7E5F-631C-B2E81FCC3ED7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CD7F080-901E-6850-80F6-E3E50BD94165}"/>
              </a:ext>
            </a:extLst>
          </p:cNvPr>
          <p:cNvGrpSpPr/>
          <p:nvPr/>
        </p:nvGrpSpPr>
        <p:grpSpPr>
          <a:xfrm rot="10800000">
            <a:off x="3463201" y="5986988"/>
            <a:ext cx="3119715" cy="242126"/>
            <a:chOff x="8234363" y="1048512"/>
            <a:chExt cx="3119715" cy="242126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DC357C1-D42A-B6EE-2538-33606C29B115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0E7495A-4A0B-5E1C-3316-C9CC8ECF96C9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45AB576-6F68-9DC4-4CC7-5DAA5E34798C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F29CD70-0761-701D-3403-B3AB89DEB86D}"/>
              </a:ext>
            </a:extLst>
          </p:cNvPr>
          <p:cNvGrpSpPr/>
          <p:nvPr/>
        </p:nvGrpSpPr>
        <p:grpSpPr>
          <a:xfrm rot="10800000">
            <a:off x="3475786" y="6070828"/>
            <a:ext cx="3119715" cy="242126"/>
            <a:chOff x="8234363" y="1048512"/>
            <a:chExt cx="3119715" cy="242126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08B8CEC-EA0A-2CFA-29CF-3B2647146D0D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2AD8ECA-667D-C3D0-C882-6C31931B4F25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7EECEE8-7985-F234-5ACF-97800850D930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B7EAC60-A865-EDD8-33E1-8A41662020C1}"/>
              </a:ext>
            </a:extLst>
          </p:cNvPr>
          <p:cNvGrpSpPr/>
          <p:nvPr/>
        </p:nvGrpSpPr>
        <p:grpSpPr>
          <a:xfrm>
            <a:off x="3475786" y="5368544"/>
            <a:ext cx="3119715" cy="242126"/>
            <a:chOff x="8234363" y="1048512"/>
            <a:chExt cx="3119715" cy="242126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59F5473-1D1E-B0F7-0A43-56DACEF89344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BC9AAB5-E2B2-2A76-D719-CBBED3F4E866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2D0D51F-A8BA-99C2-06FB-DB8E4A83ECD1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262D650-923D-E0E7-86F8-51D9C0AC4553}"/>
              </a:ext>
            </a:extLst>
          </p:cNvPr>
          <p:cNvGrpSpPr/>
          <p:nvPr/>
        </p:nvGrpSpPr>
        <p:grpSpPr>
          <a:xfrm>
            <a:off x="3454660" y="5261732"/>
            <a:ext cx="3119715" cy="242126"/>
            <a:chOff x="8234363" y="1048512"/>
            <a:chExt cx="3119715" cy="24212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0BCA549-BEE5-C8F3-0AAF-B0E2B5BB7810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5269A25-42EC-A3C5-9B94-B81C550F282F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A74FFF9-E341-45A2-621A-3EFCD36BE055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527868B-2E18-3076-6716-81B5CC32CF22}"/>
              </a:ext>
            </a:extLst>
          </p:cNvPr>
          <p:cNvGrpSpPr/>
          <p:nvPr/>
        </p:nvGrpSpPr>
        <p:grpSpPr>
          <a:xfrm rot="10800000">
            <a:off x="3471743" y="6168359"/>
            <a:ext cx="3119715" cy="242126"/>
            <a:chOff x="8234363" y="1048512"/>
            <a:chExt cx="3119715" cy="242126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876C5AE-A2C4-7344-9875-B8FFEDFDBB0B}"/>
                </a:ext>
              </a:extLst>
            </p:cNvPr>
            <p:cNvSpPr/>
            <p:nvPr/>
          </p:nvSpPr>
          <p:spPr>
            <a:xfrm>
              <a:off x="9336024" y="1048512"/>
              <a:ext cx="908304" cy="9144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AA4085A-18C8-8792-41C8-55126A616EB4}"/>
                </a:ext>
              </a:extLst>
            </p:cNvPr>
            <p:cNvSpPr/>
            <p:nvPr/>
          </p:nvSpPr>
          <p:spPr>
            <a:xfrm rot="4472091">
              <a:off x="8758238" y="676275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BF70DA2-B809-7A65-4D3E-995C4DB884DF}"/>
                </a:ext>
              </a:extLst>
            </p:cNvPr>
            <p:cNvSpPr/>
            <p:nvPr/>
          </p:nvSpPr>
          <p:spPr>
            <a:xfrm rot="17127909" flipH="1">
              <a:off x="10739715" y="676276"/>
              <a:ext cx="90487" cy="113823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5AD9A3DE-E317-1491-F0E3-B1A3A27FEEEA}"/>
              </a:ext>
            </a:extLst>
          </p:cNvPr>
          <p:cNvSpPr txBox="1"/>
          <p:nvPr/>
        </p:nvSpPr>
        <p:spPr>
          <a:xfrm>
            <a:off x="4528427" y="997765"/>
            <a:ext cx="2722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BW Nomenclature</a:t>
            </a:r>
          </a:p>
        </p:txBody>
      </p:sp>
    </p:spTree>
    <p:extLst>
      <p:ext uri="{BB962C8B-B14F-4D97-AF65-F5344CB8AC3E}">
        <p14:creationId xmlns:p14="http://schemas.microsoft.com/office/powerpoint/2010/main" val="6386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91696-8B45-2D87-0500-56977B78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86D15-F411-26A6-54E1-D0A3D4DDE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48F5E-9CA4-F226-BA80-6D43DEB4AD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6200000">
            <a:off x="333384" y="-333384"/>
            <a:ext cx="3516086" cy="41828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98039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22</Words>
  <Application>Microsoft Office PowerPoint</Application>
  <PresentationFormat>Widescreen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Belleville Washer - Nomenclature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Vidhi Rasik Solanki</dc:creator>
  <cp:lastModifiedBy>Vidhi Rasik Solanki</cp:lastModifiedBy>
  <cp:revision>13</cp:revision>
  <cp:lastPrinted>2026-01-14T23:13:07Z</cp:lastPrinted>
  <dcterms:created xsi:type="dcterms:W3CDTF">2026-01-14T05:28:02Z</dcterms:created>
  <dcterms:modified xsi:type="dcterms:W3CDTF">2026-01-14T23:21:02Z</dcterms:modified>
</cp:coreProperties>
</file>